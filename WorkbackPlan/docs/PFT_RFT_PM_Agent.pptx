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Sz cx="0" cy="0"/>
  <p:notesSz cx="0" cy="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
</Relationship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LibreOffice/25.8.3.2$MacOSX_AARCH64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>AI Project Management Agent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