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**Title:**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828800" y="448056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**PM work is:**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Fragmented across Jira, GitHub, Notion, Slack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Full of repetitive status updates and manual planning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Often inconsistent in quality between teams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LLMs today: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Can "talk about" projects,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But aren't reliably grounded in your tickets, repos, docs, and chats.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900" b="1">
                <a:solidFill>
                  <a:srgbClr val="FFB900"/>
                </a:solidFill>
              </a:defRPr>
            </a:pPr>
            <a:r>
              <a:t>Opportunity: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An agent that can understand the project, propose realistic plans, and operate tools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1. **Enterprise-grade planning**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Hierarchical plans, realistic timelines, clear risks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2. Tool-native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Create/update Jira issues, GitHub PR summaries, Notion specs, Slack updates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3. Reliable &amp; auditable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Human-in-the-loop approvals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Policy guardrails and logs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4. Composable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Swap model, tools, or data sources without redoing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**Four main layers:**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1. Foundation &amp; Alignment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Base LLM + SFT + PFT (DPO) + safety policies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2. Reasoning &amp; Planning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Project planner, timeline estimator, risk engine, dependency resolver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3. Tool &amp; Data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Jira, GitHub, Notion, Slack connectors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Vector search over project docs, tickets, specs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4. Orchestration &amp; UX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Agent controller, workflows, approvals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UI: chat, side-panel in Jira/Notion, Slack app</a:t>
            </a:r>
          </a:p>
          <a:p>
            <a:pPr>
              <a:spcBef>
                <a:spcPts val="1000"/>
              </a:spcBef>
              <a:defRPr sz="1600" i="1">
                <a:solidFill>
                  <a:srgbClr val="605E5C"/>
                </a:solidFill>
              </a:defRPr>
            </a:pPr>
            <a:r>
              <a:t>Visual: a 4-layer stack diagram.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- **Start with a strong base LLM** (general + coding).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SFT 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PRDs, sprint docs, design docs, runbooks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PFT / DPO on preference datasets: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Good vs bad project breakdowns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Strong vs weak timelines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Good vs bad risk registers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High vs low quality stakeholder comms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900" b="1">
                <a:solidFill>
                  <a:srgbClr val="107C10"/>
                </a:solidFill>
              </a:defRPr>
            </a:pPr>
            <a:r>
              <a:t>Outcome: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The model "thinks like a senior PM."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- **Offline environment that simulates:**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Jira: create/update tickets, change status, assign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GitHub: read PR metadata, post summary comments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Notion: read/write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Slack: draft &amp; send updates (with approval)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Reward examples: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+1 if the right Jira field is 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+1 if the right repo/branch is referenced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+1 if Slack summary matches actual issue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-1 if invalid API calls or inconsistent states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1900" b="1">
                <a:solidFill>
                  <a:srgbClr val="107C10"/>
                </a:solidFill>
              </a:defRPr>
            </a:pPr>
            <a:r>
              <a:t>Outcome: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The model executes workflows correctly, not just "talk about them".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- **LLM Core** (PFT + RFT trained)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Agent Orchestrator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Decides when to call tools vs. reason internally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Memory &amp; Retrieval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Vector DB over specs, tickets, docs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Tool Adapters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JiraClient, GitHubClient, NotionClient, SlackClient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Policy &amp; Safety Layer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Access scope, rate limiting, approval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1. **User asks:** "Help me plan Q3 release for Feature X."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2. Agent: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Retrieves relevant docs (Notion/Confluence)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Fetches Jira epics + open bugs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Checks GitHub branches/PRs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Fetches last Slack status updates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3. LLM: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Synthesizes a project plan, timelines, risks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Proposes Jira changes &amp; Slack message drafts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4. Human: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Reviews &amp; approves changes /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**Input:**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"Create a 3-sprint plan to ship Feature X."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Agent: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Gets existing Jira epics/issues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Groups into sprints by priority, dependencies, team capacity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Proposes new tickets for gaps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Writes a Slack summary for the team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Human approves: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Agent creates/updates Jira issues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Posts Slack summary draft to a channel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**Input:**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"List top 10 risks for Feature X and mitigation plans."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Agent: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Reads spec, Jira issues, known blockers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Uses risk-register patterns to propose: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Risk name, impact, probability, owner, mitigation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Drafts a Notion "Risk Register" section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23130"/>
                </a:solidFill>
              </a:defRPr>
            </a:pPr>
            <a:r>
              <a:t>Human approves and edits as needed.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- **Planning quality**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Human rating of plans (clarity, realism, coverage)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Tool correctness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% of successful Jira/GitHub/Notion 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Latency &amp; UX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Time from request to draft plan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Adoption &amp; satisfaction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PM/EM satisfaction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Reduction in manual PM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- **Scoped permissions per tool**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All actions logged with: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Who requested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What the agent proposed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What was executed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Sensitive operations require: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Approval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Or "draft-only"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- **Phase 1:** Read-only advisor (no writes, only suggestions)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Phase 2: Draft creator (Jira/Slack drafts, Notion pages)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Phase 3: Limited auto-execution with guardrails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323130"/>
                </a:solidFill>
              </a:defRPr>
            </a:pPr>
            <a:r>
              <a:t>Phase 4: Org-wide deployment + custom policies &amp;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78D4"/>
                </a:solidFill>
              </a:defRPr>
            </a:pPr>
            <a:r>
              <a:t>**End of Slide Deck**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605E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